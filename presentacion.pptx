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F1D6D-5506-4A5F-AB98-E18C25BDE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04D46-0C3E-45F1-A864-A236EF0CC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AED44-BF40-42CF-98DD-3688940F2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A663-3556-4458-9A64-7582094F390F}" type="datetimeFigureOut">
              <a:rPr lang="en-US" smtClean="0"/>
              <a:t>18-Feb-20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50525-EA3D-455A-8C05-BDCD52A72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A92CD-3E71-478B-BAFE-EB535176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08E7-3388-4A33-B792-ABF523D14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25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0074C-3C14-4954-AAF8-095F6F408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E1DCA-CB49-41BC-85AC-8D35617AF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68B50-0218-4D08-B117-C50CF721E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A663-3556-4458-9A64-7582094F390F}" type="datetimeFigureOut">
              <a:rPr lang="en-US" smtClean="0"/>
              <a:t>18-Feb-20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40581-68DA-4BF4-AB22-A0FFBD846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A33C1-1E9E-461D-9E4E-057087517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08E7-3388-4A33-B792-ABF523D14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52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616F-0660-402D-95F5-8E063B180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F8B3F-2364-41EE-8056-BBCFD58DA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A4AFB-8535-497E-9812-C7285FE74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A663-3556-4458-9A64-7582094F390F}" type="datetimeFigureOut">
              <a:rPr lang="en-US" smtClean="0"/>
              <a:t>18-Feb-20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DE946-A075-4CBF-8ADD-450F4CF5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6877F-F63A-4B52-8325-EADB453BE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08E7-3388-4A33-B792-ABF523D14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44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B1B7D-3572-4517-9A00-B6833FBF0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C3063-EF77-40A5-8C8F-8BDC925237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1D10E-A295-4A53-B9F1-C65DC5A80F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EC06F-9BEE-4BEB-8228-EEDC3877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A663-3556-4458-9A64-7582094F390F}" type="datetimeFigureOut">
              <a:rPr lang="en-US" smtClean="0"/>
              <a:t>18-Feb-20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406C9-8DEA-4451-9FA6-6624F143C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84964-5ECE-4708-A981-4480FC2C3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08E7-3388-4A33-B792-ABF523D14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544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E789-3A8B-4DF3-937B-AD7E8FB9A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C7D40-15AD-4258-BE2E-2563245D4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BFF47-65F5-4941-A0D0-6EC9625B1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7F8ADD-37DA-4AB6-9EE2-12649D9E13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2FB1D7-8CCB-419E-9F46-5EA108FAF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A4452F-88D4-4958-A2C8-D4CF15E50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A663-3556-4458-9A64-7582094F390F}" type="datetimeFigureOut">
              <a:rPr lang="en-US" smtClean="0"/>
              <a:t>18-Feb-20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F5661-6634-49E5-8D8C-A7B2554B9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3F3AF3-C5F4-404E-8210-A6B4B80D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08E7-3388-4A33-B792-ABF523D14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68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5026E-AF63-424A-8796-03060B70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D3E434-3F15-463E-860F-14C03D509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A663-3556-4458-9A64-7582094F390F}" type="datetimeFigureOut">
              <a:rPr lang="en-US" smtClean="0"/>
              <a:t>18-Feb-20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61DA2-0191-4809-90F9-B90301347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9C9EBC-9F8A-4FAD-84FE-898F797EB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08E7-3388-4A33-B792-ABF523D14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835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CD3182-CEA1-4255-A282-3D8ADDED4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A663-3556-4458-9A64-7582094F390F}" type="datetimeFigureOut">
              <a:rPr lang="en-US" smtClean="0"/>
              <a:t>18-Feb-20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2B3AF9-9A3D-4398-A46E-F9554D6B6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63337-6CC4-4E13-BD80-28795B7B5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08E7-3388-4A33-B792-ABF523D14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48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F24E7-271A-4EB9-BE8D-C59529617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2F5C5-9095-464F-A4B7-6C2D88E80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EF297-D1BE-47EC-8110-92592C5F2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93C9B-F1F7-4B31-A247-F4F907833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A663-3556-4458-9A64-7582094F390F}" type="datetimeFigureOut">
              <a:rPr lang="en-US" smtClean="0"/>
              <a:t>18-Feb-20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9657F-8DAE-4974-B260-FE2C306DE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46C57-8139-4FD8-AC04-96FE8FA9F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08E7-3388-4A33-B792-ABF523D14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2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EE9CE-0FC1-4040-B123-CED29C63B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987A58-3D4D-47B6-AF21-D1A1E4B69A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18257F-5858-4BCB-8067-F85340851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46B74-C369-4E31-B0FA-4DE519A5D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A663-3556-4458-9A64-7582094F390F}" type="datetimeFigureOut">
              <a:rPr lang="en-US" smtClean="0"/>
              <a:t>18-Feb-20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D143E-74FE-4BDD-9625-6089B0657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6DEBC-99BB-4C3F-AFEC-E1AF93DE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08E7-3388-4A33-B792-ABF523D14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131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8053D-CC79-40B5-BFCC-A552C1F6E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D033E-B267-44AE-82C9-8FFA4BDCA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06E74-5D9A-4F3A-852D-DF0A569A2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A663-3556-4458-9A64-7582094F390F}" type="datetimeFigureOut">
              <a:rPr lang="en-US" smtClean="0"/>
              <a:t>18-Feb-20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2752B-03A2-4EAF-8D13-76013A0CD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10ADE-08AE-4016-A97D-D1AAF28C2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08E7-3388-4A33-B792-ABF523D14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20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A67CF8-0C67-4A84-AB77-6C382BCA12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08F59-4E09-474B-B72F-ECC19377E0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5C464-F193-4B1C-B032-4A1DDBF73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FA663-3556-4458-9A64-7582094F390F}" type="datetimeFigureOut">
              <a:rPr lang="en-US" smtClean="0"/>
              <a:t>18-Feb-20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5087E-8EE1-449E-A16A-964FCFED8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D4241-BB01-4E6D-8C71-E4C76BC8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808E7-3388-4A33-B792-ABF523D14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3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E51F28-8CB9-4863-AE74-654FCCD7F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5B107-A0F5-4DFE-974F-5D37ED454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0F5B3-E921-40EB-AB68-5AF8D3EFDD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FA663-3556-4458-9A64-7582094F390F}" type="datetimeFigureOut">
              <a:rPr lang="en-US" smtClean="0"/>
              <a:t>18-Feb-20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E7519-8CB4-4D93-B4C4-0D22BADAA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B7FCC-B00D-4455-95B4-42041E85E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1808E7-3388-4A33-B792-ABF523D14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95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0BA20-D477-4818-B026-3B42C36574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PRIMER CAMBIO EN OTRARAMA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BE818F-54F8-48C7-B93E-F5192DA0D3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628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PRIMER CAMBIO EN OTRARAMA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PRIMER CAMBIO EN OTRARAMA</dc:title>
  <dc:creator>jhon freddy medina baena</dc:creator>
  <cp:lastModifiedBy>jhon freddy medina baena</cp:lastModifiedBy>
  <cp:revision>2</cp:revision>
  <dcterms:created xsi:type="dcterms:W3CDTF">2020-02-18T21:45:47Z</dcterms:created>
  <dcterms:modified xsi:type="dcterms:W3CDTF">2020-02-18T21:48:25Z</dcterms:modified>
</cp:coreProperties>
</file>